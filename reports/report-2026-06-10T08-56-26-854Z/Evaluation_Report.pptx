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ResoLogix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88CC"/>
                </a:solidFill>
              </a:rPr>
              <a:t>North LP3D - Beda M59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10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RESOURCE EVALUATION RESULTS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40080"/>
                <a:gridCol w="640080"/>
                <a:gridCol w="640080"/>
                <a:gridCol w="640080"/>
                <a:gridCol w="731520"/>
                <a:gridCol w="640080"/>
                <a:gridCol w="640080"/>
                <a:gridCol w="82296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Phi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Boi/Bgi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In-Place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Sec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Yield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Total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BOE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P90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325.37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18.93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4160413.91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1243794.77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43866905.60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435.80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26.54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6543401.11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1962967.11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78053828.46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1.98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448.04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27.36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0.29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6986988.17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2094703.06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86130462.81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2.11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586.12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36.93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0.19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1.35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0.32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10379432.31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3112388.97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139093368.64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GEOLOGICAL RISK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RISK FACTOR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Source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Timing / Migration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Reservoir 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Closures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0.70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Containment / Seal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Chance of Success (Pg)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44.8%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PROBABILITY DISTRIBUTIONS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0" cy="2011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3657600" cy="2011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3657600" cy="201168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657600"/>
            <a:ext cx="365760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2026-06-10T08:56:27Z</dcterms:created>
  <dcterms:modified xsi:type="dcterms:W3CDTF">2026-06-10T08:56:27Z</dcterms:modified>
</cp:coreProperties>
</file>