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ResoLogix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88CC"/>
                </a:solidFill>
              </a:rPr>
              <a:t>North LP3D - Beda M59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10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RESOURCE EVALUATION RESULTS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"/>
                <a:gridCol w="640080"/>
                <a:gridCol w="640080"/>
                <a:gridCol w="640080"/>
                <a:gridCol w="731520"/>
                <a:gridCol w="640080"/>
                <a:gridCol w="640080"/>
                <a:gridCol w="82296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Boi/Bgi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In-Place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P90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325.77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18.96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4198953.02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1250739.04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44354104.33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P50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436.60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26.56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6608117.05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1979708.71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78118061.02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1.99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450.04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27.40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7022277.16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2105455.60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86403317.47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590.90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36.93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10400898.72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3125320.19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138361266.52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GEOLOGICAL RISK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RISK FACTOR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Timing / Migration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Reservoir Quality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Closures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Containment / Seal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Chance of Success (Pg)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44.8%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PROBABILITY DISTRIBUTIONS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57600" cy="2011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2011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657600" cy="20116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57600"/>
            <a:ext cx="365760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2026-06-10T08:59:29Z</dcterms:created>
  <dcterms:modified xsi:type="dcterms:W3CDTF">2026-06-10T08:59:29Z</dcterms:modified>
</cp:coreProperties>
</file>