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ResoLogix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88CC"/>
                </a:solidFill>
              </a:rPr>
              <a:t>North LP3D - Beda M59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10 June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RESOURCE EVALUATION RESULTS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40080"/>
                <a:gridCol w="640080"/>
                <a:gridCol w="640080"/>
                <a:gridCol w="640080"/>
                <a:gridCol w="731520"/>
                <a:gridCol w="640080"/>
                <a:gridCol w="640080"/>
                <a:gridCol w="822960"/>
                <a:gridCol w="822960"/>
                <a:gridCol w="82296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PROB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Area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Phi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Sw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Boi/Bgi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Pri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Sec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In-Place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Pri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Yield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Sec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Yield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Total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P90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321.24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18.91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0.17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0.43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1.35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0.28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0.20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4154969.75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1243939.88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44467895.29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1.25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P50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438.69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26.42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0.18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0.45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1.35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0.30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0.28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6581607.60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1970398.94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77682771.87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1.98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MEAN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449.51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27.35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0.18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0.45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1.35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0.30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0.29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7001320.80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2096648.84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85812317.75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2.11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P10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588.77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37.01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0.19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0.47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1.35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0.32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0.40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10406110.94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3120126.16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137432286.07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3.14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GEOLOGICAL RISK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0" y="1371600"/>
          <a:ext cx="4572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RISK FACTOR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PROB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Source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Timing / Migration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Reservoir Quality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0.80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Closures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0.70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Containment / Seal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0.80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Chance of Success (Pg)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44.8%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PROBABILITY DISTRIBUTIONS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657600" cy="20116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3657600" cy="20116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0"/>
            <a:ext cx="3657600" cy="201168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657600"/>
            <a:ext cx="365760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2026-06-10T08:57:41Z</dcterms:created>
  <dcterms:modified xsi:type="dcterms:W3CDTF">2026-06-10T08:57:41Z</dcterms:modified>
</cp:coreProperties>
</file>